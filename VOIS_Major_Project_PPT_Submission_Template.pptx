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BEE10E6-4371-4621-B13F-38CDCD242604}" v="145" dt="2026-09-13T15:21:49.517"/>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286" autoAdjust="0"/>
    <p:restoredTop sz="95033" autoAdjust="0"/>
  </p:normalViewPr>
  <p:slideViewPr>
    <p:cSldViewPr snapToGrid="0">
      <p:cViewPr varScale="1">
        <p:scale>
          <a:sx n="74" d="100"/>
          <a:sy n="74" d="100"/>
        </p:scale>
        <p:origin x="252" y="56"/>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ennuboyina Siva Sruthi" userId="757dd6f6081b8728" providerId="LiveId" clId="{88ED0A32-7A4F-4E9F-9492-1FFBEDFADE5C}"/>
    <pc:docChg chg="custSel modSld">
      <pc:chgData name="Chennuboyina Siva Sruthi" userId="757dd6f6081b8728" providerId="LiveId" clId="{88ED0A32-7A4F-4E9F-9492-1FFBEDFADE5C}" dt="2026-09-13T15:22:15.711" v="367" actId="14100"/>
      <pc:docMkLst>
        <pc:docMk/>
      </pc:docMkLst>
      <pc:sldChg chg="modSp mod modAnim">
        <pc:chgData name="Chennuboyina Siva Sruthi" userId="757dd6f6081b8728" providerId="LiveId" clId="{88ED0A32-7A4F-4E9F-9492-1FFBEDFADE5C}" dt="2026-09-10T17:06:06.010" v="29" actId="14100"/>
        <pc:sldMkLst>
          <pc:docMk/>
          <pc:sldMk cId="1341901065" sldId="302"/>
        </pc:sldMkLst>
        <pc:spChg chg="mod">
          <ac:chgData name="Chennuboyina Siva Sruthi" userId="757dd6f6081b8728" providerId="LiveId" clId="{88ED0A32-7A4F-4E9F-9492-1FFBEDFADE5C}" dt="2026-09-10T17:06:06.010" v="29" actId="14100"/>
          <ac:spMkLst>
            <pc:docMk/>
            <pc:sldMk cId="1341901065" sldId="302"/>
            <ac:spMk id="7" creationId="{B21C28F5-3CA3-4B78-B5C9-550C00BB3174}"/>
          </ac:spMkLst>
        </pc:spChg>
      </pc:sldChg>
      <pc:sldChg chg="modSp mod">
        <pc:chgData name="Chennuboyina Siva Sruthi" userId="757dd6f6081b8728" providerId="LiveId" clId="{88ED0A32-7A4F-4E9F-9492-1FFBEDFADE5C}" dt="2026-09-10T18:09:12.875" v="355" actId="20577"/>
        <pc:sldMkLst>
          <pc:docMk/>
          <pc:sldMk cId="3401748718" sldId="304"/>
        </pc:sldMkLst>
        <pc:spChg chg="mod">
          <ac:chgData name="Chennuboyina Siva Sruthi" userId="757dd6f6081b8728" providerId="LiveId" clId="{88ED0A32-7A4F-4E9F-9492-1FFBEDFADE5C}" dt="2026-09-10T18:09:12.875" v="355" actId="20577"/>
          <ac:spMkLst>
            <pc:docMk/>
            <pc:sldMk cId="3401748718" sldId="304"/>
            <ac:spMk id="12" creationId="{BC277FD7-925B-4C3D-A364-118403201507}"/>
          </ac:spMkLst>
        </pc:spChg>
      </pc:sldChg>
      <pc:sldChg chg="modSp">
        <pc:chgData name="Chennuboyina Siva Sruthi" userId="757dd6f6081b8728" providerId="LiveId" clId="{88ED0A32-7A4F-4E9F-9492-1FFBEDFADE5C}" dt="2026-09-10T17:07:55.029" v="83" actId="255"/>
        <pc:sldMkLst>
          <pc:docMk/>
          <pc:sldMk cId="3696770303" sldId="315"/>
        </pc:sldMkLst>
        <pc:spChg chg="mod">
          <ac:chgData name="Chennuboyina Siva Sruthi" userId="757dd6f6081b8728" providerId="LiveId" clId="{88ED0A32-7A4F-4E9F-9492-1FFBEDFADE5C}" dt="2026-09-10T17:07:55.029" v="83" actId="255"/>
          <ac:spMkLst>
            <pc:docMk/>
            <pc:sldMk cId="3696770303" sldId="315"/>
            <ac:spMk id="3" creationId="{EBF2FBC7-3552-4F01-BB27-8BEEE74F7277}"/>
          </ac:spMkLst>
        </pc:spChg>
      </pc:sldChg>
      <pc:sldChg chg="addSp delSp modSp mod delAnim modAnim">
        <pc:chgData name="Chennuboyina Siva Sruthi" userId="757dd6f6081b8728" providerId="LiveId" clId="{88ED0A32-7A4F-4E9F-9492-1FFBEDFADE5C}" dt="2026-09-10T17:13:19.819" v="203" actId="14100"/>
        <pc:sldMkLst>
          <pc:docMk/>
          <pc:sldMk cId="48075006" sldId="329"/>
        </pc:sldMkLst>
        <pc:spChg chg="add mod">
          <ac:chgData name="Chennuboyina Siva Sruthi" userId="757dd6f6081b8728" providerId="LiveId" clId="{88ED0A32-7A4F-4E9F-9492-1FFBEDFADE5C}" dt="2026-09-10T17:13:19.819" v="203" actId="14100"/>
          <ac:spMkLst>
            <pc:docMk/>
            <pc:sldMk cId="48075006" sldId="329"/>
            <ac:spMk id="5" creationId="{958251A2-9E4C-0EC8-7037-98ED59BC31EC}"/>
          </ac:spMkLst>
        </pc:spChg>
      </pc:sldChg>
      <pc:sldChg chg="addSp delSp modSp mod">
        <pc:chgData name="Chennuboyina Siva Sruthi" userId="757dd6f6081b8728" providerId="LiveId" clId="{88ED0A32-7A4F-4E9F-9492-1FFBEDFADE5C}" dt="2026-09-13T15:22:15.711" v="367" actId="14100"/>
        <pc:sldMkLst>
          <pc:docMk/>
          <pc:sldMk cId="1604013440" sldId="338"/>
        </pc:sldMkLst>
        <pc:spChg chg="mod">
          <ac:chgData name="Chennuboyina Siva Sruthi" userId="757dd6f6081b8728" providerId="LiveId" clId="{88ED0A32-7A4F-4E9F-9492-1FFBEDFADE5C}" dt="2026-09-13T15:22:15.711" v="367" actId="14100"/>
          <ac:spMkLst>
            <pc:docMk/>
            <pc:sldMk cId="1604013440" sldId="338"/>
            <ac:spMk id="2" creationId="{7201737A-B873-4D1D-8A41-5ABF5184BC8F}"/>
          </ac:spMkLst>
        </pc:spChg>
        <pc:spChg chg="mod">
          <ac:chgData name="Chennuboyina Siva Sruthi" userId="757dd6f6081b8728" providerId="LiveId" clId="{88ED0A32-7A4F-4E9F-9492-1FFBEDFADE5C}" dt="2026-09-10T18:10:08.595" v="358" actId="20577"/>
          <ac:spMkLst>
            <pc:docMk/>
            <pc:sldMk cId="1604013440" sldId="338"/>
            <ac:spMk id="3" creationId="{17F04107-8754-E47D-3375-529E689711FA}"/>
          </ac:spMkLst>
        </pc:spChg>
        <pc:spChg chg="mod">
          <ac:chgData name="Chennuboyina Siva Sruthi" userId="757dd6f6081b8728" providerId="LiveId" clId="{88ED0A32-7A4F-4E9F-9492-1FFBEDFADE5C}" dt="2026-09-13T15:21:55.434" v="366" actId="14100"/>
          <ac:spMkLst>
            <pc:docMk/>
            <pc:sldMk cId="1604013440" sldId="338"/>
            <ac:spMk id="4" creationId="{92056599-CDAA-4367-BEF8-31D6E32518C8}"/>
          </ac:spMkLst>
        </pc:spChg>
        <pc:spChg chg="add del mod">
          <ac:chgData name="Chennuboyina Siva Sruthi" userId="757dd6f6081b8728" providerId="LiveId" clId="{88ED0A32-7A4F-4E9F-9492-1FFBEDFADE5C}" dt="2026-09-13T15:21:45.170" v="363"/>
          <ac:spMkLst>
            <pc:docMk/>
            <pc:sldMk cId="1604013440" sldId="338"/>
            <ac:spMk id="5" creationId="{D7ABC13A-044C-EBFE-51DE-EC863528AAE4}"/>
          </ac:spMkLst>
        </pc:spChg>
      </pc:sldChg>
      <pc:sldChg chg="addSp modSp mod">
        <pc:chgData name="Chennuboyina Siva Sruthi" userId="757dd6f6081b8728" providerId="LiveId" clId="{88ED0A32-7A4F-4E9F-9492-1FFBEDFADE5C}" dt="2026-09-10T18:09:30.886" v="356" actId="14100"/>
        <pc:sldMkLst>
          <pc:docMk/>
          <pc:sldMk cId="1086225493" sldId="339"/>
        </pc:sldMkLst>
        <pc:picChg chg="add mod">
          <ac:chgData name="Chennuboyina Siva Sruthi" userId="757dd6f6081b8728" providerId="LiveId" clId="{88ED0A32-7A4F-4E9F-9492-1FFBEDFADE5C}" dt="2026-09-10T17:25:06.697" v="272" actId="14100"/>
          <ac:picMkLst>
            <pc:docMk/>
            <pc:sldMk cId="1086225493" sldId="339"/>
            <ac:picMk id="3" creationId="{F63695BE-3E56-FE7A-6DD7-12B2253A49B1}"/>
          </ac:picMkLst>
        </pc:picChg>
        <pc:picChg chg="add mod">
          <ac:chgData name="Chennuboyina Siva Sruthi" userId="757dd6f6081b8728" providerId="LiveId" clId="{88ED0A32-7A4F-4E9F-9492-1FFBEDFADE5C}" dt="2026-09-10T17:25:20.189" v="276" actId="14100"/>
          <ac:picMkLst>
            <pc:docMk/>
            <pc:sldMk cId="1086225493" sldId="339"/>
            <ac:picMk id="9" creationId="{06ADB7D7-DE21-021B-BBE3-B4BC97A69114}"/>
          </ac:picMkLst>
        </pc:picChg>
        <pc:picChg chg="add mod">
          <ac:chgData name="Chennuboyina Siva Sruthi" userId="757dd6f6081b8728" providerId="LiveId" clId="{88ED0A32-7A4F-4E9F-9492-1FFBEDFADE5C}" dt="2026-09-10T18:09:30.886" v="356" actId="14100"/>
          <ac:picMkLst>
            <pc:docMk/>
            <pc:sldMk cId="1086225493" sldId="339"/>
            <ac:picMk id="11" creationId="{ABED0027-9058-92FF-657B-6EDF73757423}"/>
          </ac:picMkLst>
        </pc:picChg>
        <pc:picChg chg="add mod">
          <ac:chgData name="Chennuboyina Siva Sruthi" userId="757dd6f6081b8728" providerId="LiveId" clId="{88ED0A32-7A4F-4E9F-9492-1FFBEDFADE5C}" dt="2026-09-10T17:26:54.607" v="292" actId="1076"/>
          <ac:picMkLst>
            <pc:docMk/>
            <pc:sldMk cId="1086225493" sldId="339"/>
            <ac:picMk id="13" creationId="{BC013F99-17DF-F07C-7C04-099FFB1FD81E}"/>
          </ac:picMkLst>
        </pc:picChg>
        <pc:picChg chg="add mod">
          <ac:chgData name="Chennuboyina Siva Sruthi" userId="757dd6f6081b8728" providerId="LiveId" clId="{88ED0A32-7A4F-4E9F-9492-1FFBEDFADE5C}" dt="2026-09-10T17:26:45.758" v="289" actId="1076"/>
          <ac:picMkLst>
            <pc:docMk/>
            <pc:sldMk cId="1086225493" sldId="339"/>
            <ac:picMk id="15" creationId="{271BE90F-83F1-8D70-A46F-D67E7B1EA1B6}"/>
          </ac:picMkLst>
        </pc:picChg>
      </pc:sldChg>
      <pc:sldChg chg="addSp delSp modSp mod">
        <pc:chgData name="Chennuboyina Siva Sruthi" userId="757dd6f6081b8728" providerId="LiveId" clId="{88ED0A32-7A4F-4E9F-9492-1FFBEDFADE5C}" dt="2026-09-10T17:31:36.174" v="317" actId="14100"/>
        <pc:sldMkLst>
          <pc:docMk/>
          <pc:sldMk cId="3849627828" sldId="340"/>
        </pc:sldMkLst>
        <pc:picChg chg="add mod">
          <ac:chgData name="Chennuboyina Siva Sruthi" userId="757dd6f6081b8728" providerId="LiveId" clId="{88ED0A32-7A4F-4E9F-9492-1FFBEDFADE5C}" dt="2026-09-10T17:15:02.105" v="206" actId="1076"/>
          <ac:picMkLst>
            <pc:docMk/>
            <pc:sldMk cId="3849627828" sldId="340"/>
            <ac:picMk id="3" creationId="{B27E8547-5BC1-8FE1-D205-B8D3806C4B6E}"/>
          </ac:picMkLst>
        </pc:picChg>
        <pc:picChg chg="add mod">
          <ac:chgData name="Chennuboyina Siva Sruthi" userId="757dd6f6081b8728" providerId="LiveId" clId="{88ED0A32-7A4F-4E9F-9492-1FFBEDFADE5C}" dt="2026-09-10T17:31:36.174" v="317" actId="14100"/>
          <ac:picMkLst>
            <pc:docMk/>
            <pc:sldMk cId="3849627828" sldId="340"/>
            <ac:picMk id="12" creationId="{76FA74C5-1BA9-3E8D-9B8A-6312E31A7501}"/>
          </ac:picMkLst>
        </pc:picChg>
      </pc:sldChg>
      <pc:sldChg chg="addSp modSp mod">
        <pc:chgData name="Chennuboyina Siva Sruthi" userId="757dd6f6081b8728" providerId="LiveId" clId="{88ED0A32-7A4F-4E9F-9492-1FFBEDFADE5C}" dt="2026-09-10T17:05:17.159" v="27" actId="1076"/>
        <pc:sldMkLst>
          <pc:docMk/>
          <pc:sldMk cId="776828144" sldId="341"/>
        </pc:sldMkLst>
        <pc:spChg chg="add mod">
          <ac:chgData name="Chennuboyina Siva Sruthi" userId="757dd6f6081b8728" providerId="LiveId" clId="{88ED0A32-7A4F-4E9F-9492-1FFBEDFADE5C}" dt="2026-09-10T17:05:17.159" v="27" actId="1076"/>
          <ac:spMkLst>
            <pc:docMk/>
            <pc:sldMk cId="776828144" sldId="341"/>
            <ac:spMk id="3" creationId="{F5A24007-2527-0B45-264E-78B2B3E45F65}"/>
          </ac:spMkLst>
        </pc:spChg>
      </pc:sldChg>
      <pc:sldChg chg="modSp mod">
        <pc:chgData name="Chennuboyina Siva Sruthi" userId="757dd6f6081b8728" providerId="LiveId" clId="{88ED0A32-7A4F-4E9F-9492-1FFBEDFADE5C}" dt="2026-09-10T18:08:02.838" v="325"/>
        <pc:sldMkLst>
          <pc:docMk/>
          <pc:sldMk cId="3863610428" sldId="342"/>
        </pc:sldMkLst>
        <pc:spChg chg="mod">
          <ac:chgData name="Chennuboyina Siva Sruthi" userId="757dd6f6081b8728" providerId="LiveId" clId="{88ED0A32-7A4F-4E9F-9492-1FFBEDFADE5C}" dt="2026-09-10T18:08:02.838" v="325"/>
          <ac:spMkLst>
            <pc:docMk/>
            <pc:sldMk cId="3863610428" sldId="342"/>
            <ac:spMk id="3" creationId="{5F0B37E4-66B1-8633-7266-68B321742757}"/>
          </ac:spMkLst>
        </pc:spChg>
      </pc:sldChg>
      <pc:sldChg chg="addSp delSp modSp mod">
        <pc:chgData name="Chennuboyina Siva Sruthi" userId="757dd6f6081b8728" providerId="LiveId" clId="{88ED0A32-7A4F-4E9F-9492-1FFBEDFADE5C}" dt="2026-09-10T17:02:37.495" v="25" actId="1076"/>
        <pc:sldMkLst>
          <pc:docMk/>
          <pc:sldMk cId="3962802212" sldId="343"/>
        </pc:sldMkLst>
        <pc:picChg chg="add mod">
          <ac:chgData name="Chennuboyina Siva Sruthi" userId="757dd6f6081b8728" providerId="LiveId" clId="{88ED0A32-7A4F-4E9F-9492-1FFBEDFADE5C}" dt="2026-09-10T17:02:37.495" v="25" actId="1076"/>
          <ac:picMkLst>
            <pc:docMk/>
            <pc:sldMk cId="3962802212" sldId="343"/>
            <ac:picMk id="27" creationId="{724A4F4B-5091-8FED-D20C-52ABDE07ABA1}"/>
          </ac:picMkLst>
        </pc:picChg>
      </pc:sldChg>
      <pc:sldChg chg="addSp modSp mod">
        <pc:chgData name="Chennuboyina Siva Sruthi" userId="757dd6f6081b8728" providerId="LiveId" clId="{88ED0A32-7A4F-4E9F-9492-1FFBEDFADE5C}" dt="2026-09-10T17:17:37.526" v="218" actId="14100"/>
        <pc:sldMkLst>
          <pc:docMk/>
          <pc:sldMk cId="1698901770" sldId="344"/>
        </pc:sldMkLst>
        <pc:picChg chg="add mod">
          <ac:chgData name="Chennuboyina Siva Sruthi" userId="757dd6f6081b8728" providerId="LiveId" clId="{88ED0A32-7A4F-4E9F-9492-1FFBEDFADE5C}" dt="2026-09-10T17:16:45.717" v="212" actId="1076"/>
          <ac:picMkLst>
            <pc:docMk/>
            <pc:sldMk cId="1698901770" sldId="344"/>
            <ac:picMk id="3" creationId="{02EB7974-D4B3-CC43-3936-9A02B0A89473}"/>
          </ac:picMkLst>
        </pc:picChg>
        <pc:picChg chg="add mod">
          <ac:chgData name="Chennuboyina Siva Sruthi" userId="757dd6f6081b8728" providerId="LiveId" clId="{88ED0A32-7A4F-4E9F-9492-1FFBEDFADE5C}" dt="2026-09-10T17:17:37.526" v="218" actId="14100"/>
          <ac:picMkLst>
            <pc:docMk/>
            <pc:sldMk cId="1698901770" sldId="344"/>
            <ac:picMk id="9" creationId="{768C7ECB-FD28-FAE5-0CF4-46E8A0252AED}"/>
          </ac:picMkLst>
        </pc:picChg>
      </pc:sldChg>
      <pc:sldChg chg="addSp delSp modSp mod">
        <pc:chgData name="Chennuboyina Siva Sruthi" userId="757dd6f6081b8728" providerId="LiveId" clId="{88ED0A32-7A4F-4E9F-9492-1FFBEDFADE5C}" dt="2026-09-10T17:31:53.451" v="323" actId="14100"/>
        <pc:sldMkLst>
          <pc:docMk/>
          <pc:sldMk cId="1903979828" sldId="345"/>
        </pc:sldMkLst>
        <pc:picChg chg="add mod">
          <ac:chgData name="Chennuboyina Siva Sruthi" userId="757dd6f6081b8728" providerId="LiveId" clId="{88ED0A32-7A4F-4E9F-9492-1FFBEDFADE5C}" dt="2026-09-10T17:31:53.451" v="323" actId="14100"/>
          <ac:picMkLst>
            <pc:docMk/>
            <pc:sldMk cId="1903979828" sldId="345"/>
            <ac:picMk id="14" creationId="{2B60EE15-EE18-84DC-6999-B1CEECE0F33E}"/>
          </ac:picMkLst>
        </pc:picChg>
        <pc:picChg chg="add mod">
          <ac:chgData name="Chennuboyina Siva Sruthi" userId="757dd6f6081b8728" providerId="LiveId" clId="{88ED0A32-7A4F-4E9F-9492-1FFBEDFADE5C}" dt="2026-09-10T17:31:47.709" v="321" actId="1076"/>
          <ac:picMkLst>
            <pc:docMk/>
            <pc:sldMk cId="1903979828" sldId="345"/>
            <ac:picMk id="16" creationId="{56DD5BFD-41B4-BC80-A8E5-30BDA64CAD13}"/>
          </ac:picMkLst>
        </pc:picChg>
      </pc:sldChg>
      <pc:sldChg chg="addSp modSp mod">
        <pc:chgData name="Chennuboyina Siva Sruthi" userId="757dd6f6081b8728" providerId="LiveId" clId="{88ED0A32-7A4F-4E9F-9492-1FFBEDFADE5C}" dt="2026-09-10T17:28:36.170" v="295" actId="1076"/>
        <pc:sldMkLst>
          <pc:docMk/>
          <pc:sldMk cId="1421522261" sldId="346"/>
        </pc:sldMkLst>
        <pc:picChg chg="add mod">
          <ac:chgData name="Chennuboyina Siva Sruthi" userId="757dd6f6081b8728" providerId="LiveId" clId="{88ED0A32-7A4F-4E9F-9492-1FFBEDFADE5C}" dt="2026-09-10T17:28:36.170" v="295" actId="1076"/>
          <ac:picMkLst>
            <pc:docMk/>
            <pc:sldMk cId="1421522261" sldId="346"/>
            <ac:picMk id="3" creationId="{CC4DA149-C2FF-0A79-264C-76B1A56C8136}"/>
          </ac:picMkLst>
        </pc:picChg>
        <pc:picChg chg="add mod">
          <ac:chgData name="Chennuboyina Siva Sruthi" userId="757dd6f6081b8728" providerId="LiveId" clId="{88ED0A32-7A4F-4E9F-9492-1FFBEDFADE5C}" dt="2026-09-10T17:19:48.326" v="230" actId="1076"/>
          <ac:picMkLst>
            <pc:docMk/>
            <pc:sldMk cId="1421522261" sldId="346"/>
            <ac:picMk id="9" creationId="{960C46BD-72CF-AFA8-8AFB-294C64C4B43F}"/>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9/13/2026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9/13/2026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9/13/2026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9/13/2026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9/13/2026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223158" y="3583914"/>
            <a:ext cx="6684343" cy="861497"/>
          </a:xfrm>
        </p:spPr>
        <p:txBody>
          <a:bodyPr vert="horz" lIns="91440" tIns="45720" rIns="91440" bIns="45720" rtlCol="0" anchor="t">
            <a:normAutofit fontScale="85000" lnSpcReduction="10000"/>
          </a:bodyPr>
          <a:lstStyle/>
          <a:p>
            <a:pPr algn="r"/>
            <a:r>
              <a:rPr lang="en-US" b="0" dirty="0">
                <a:solidFill>
                  <a:schemeClr val="tx1"/>
                </a:solidFill>
              </a:rPr>
              <a:t>Student Name-CHENNUBOYINA SIVA SRUTHI </a:t>
            </a:r>
            <a:endParaRPr lang="en-IN" b="0" dirty="0">
              <a:solidFill>
                <a:schemeClr val="tx1"/>
              </a:solidFill>
            </a:endParaRPr>
          </a:p>
          <a:p>
            <a:pPr algn="r"/>
            <a:r>
              <a:rPr lang="en-US" b="0" dirty="0">
                <a:solidFill>
                  <a:schemeClr val="tx1"/>
                </a:solidFill>
              </a:rPr>
              <a:t>College Name-Seshadri Rao </a:t>
            </a:r>
            <a:r>
              <a:rPr lang="en-US" b="0" dirty="0" err="1">
                <a:solidFill>
                  <a:schemeClr val="tx1"/>
                </a:solidFill>
              </a:rPr>
              <a:t>Gudlavalleru</a:t>
            </a:r>
            <a:r>
              <a:rPr lang="en-US" b="0" dirty="0">
                <a:solidFill>
                  <a:schemeClr val="tx1"/>
                </a:solidFill>
              </a:rPr>
              <a:t> Engineering College </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844750"/>
            <a:ext cx="11044934" cy="743448"/>
          </a:xfrm>
        </p:spPr>
        <p:txBody>
          <a:bodyPr>
            <a:normAutofit fontScale="90000"/>
          </a:bodyPr>
          <a:lstStyle/>
          <a:p>
            <a:r>
              <a:rPr lang="en-GB" sz="3200" dirty="0"/>
              <a:t>Project Title -</a:t>
            </a:r>
            <a:r>
              <a:rPr lang="en-US" sz="3200" b="1" dirty="0"/>
              <a:t>Seasonal Agriculture Performance Analysis</a:t>
            </a:r>
            <a:r>
              <a:rPr lang="en-US" sz="3200" dirty="0"/>
              <a:t> 🌾📊</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6" y="4576469"/>
            <a:ext cx="4330586" cy="646331"/>
          </a:xfrm>
          <a:prstGeom prst="rect">
            <a:avLst/>
          </a:prstGeom>
          <a:noFill/>
        </p:spPr>
        <p:txBody>
          <a:bodyPr wrap="square" rtlCol="0">
            <a:spAutoFit/>
          </a:bodyPr>
          <a:lstStyle/>
          <a:p>
            <a:r>
              <a:rPr lang="en-US" b="1" dirty="0"/>
              <a:t>AICTE STU ID : STU6a68e4b35bda81785259187</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IN" sz="2800" dirty="0"/>
              <a:t>(</a:t>
            </a: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r>
              <a:rPr lang="en-GB" dirty="0"/>
              <a:t> </a:t>
            </a:r>
            <a:br>
              <a:rPr lang="en-GB" dirty="0"/>
            </a:br>
            <a:r>
              <a:rPr lang="en-US" sz="1300" dirty="0"/>
              <a:t>This project analyzes agricultural activities across different seasons, regions, crops and farming conditions. The analysis covers crop production, yield, resource utilization, environmental conditions and economic performance. The data was prepared and analyzed to compare seasonal performance and identify meaningful variations. An interactive Power BI dashboard was developed with seasonal, environmental, resource, regional and economic analysis, along with a Farm-Level </a:t>
            </a:r>
            <a:r>
              <a:rPr lang="en-US" sz="1300" dirty="0" err="1"/>
              <a:t>Drillthrough</a:t>
            </a:r>
            <a:r>
              <a:rPr lang="en-US" sz="1300" dirty="0"/>
              <a:t> page for detailed investigation of individual farms.</a:t>
            </a:r>
            <a:endParaRPr lang="en-IN" sz="130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5" name="Text Placeholder 4">
            <a:extLst>
              <a:ext uri="{FF2B5EF4-FFF2-40B4-BE49-F238E27FC236}">
                <a16:creationId xmlns:a16="http://schemas.microsoft.com/office/drawing/2014/main" id="{958251A2-9E4C-0EC8-7037-98ED59BC31EC}"/>
              </a:ext>
            </a:extLst>
          </p:cNvPr>
          <p:cNvSpPr>
            <a:spLocks noGrp="1"/>
          </p:cNvSpPr>
          <p:nvPr>
            <p:ph type="body" sz="quarter" idx="12"/>
          </p:nvPr>
        </p:nvSpPr>
        <p:spPr>
          <a:xfrm>
            <a:off x="660399" y="2044700"/>
            <a:ext cx="8751019" cy="3560763"/>
          </a:xfrm>
        </p:spPr>
        <p:txBody>
          <a:bodyPr/>
          <a:lstStyle/>
          <a:p>
            <a:r>
              <a:rPr lang="en-US" dirty="0"/>
              <a:t>• Farmers and farm managers</a:t>
            </a:r>
            <a:br>
              <a:rPr lang="en-US" dirty="0"/>
            </a:br>
            <a:r>
              <a:rPr lang="en-US" dirty="0"/>
              <a:t>• Agricultural planners and decision-makers</a:t>
            </a:r>
            <a:br>
              <a:rPr lang="en-US" dirty="0"/>
            </a:br>
            <a:r>
              <a:rPr lang="en-US" dirty="0"/>
              <a:t>• Agricultural analysts and researchers</a:t>
            </a:r>
            <a:br>
              <a:rPr lang="en-US" dirty="0"/>
            </a:br>
            <a:r>
              <a:rPr lang="en-US" dirty="0"/>
              <a:t>• Resource and irrigation planners</a:t>
            </a:r>
            <a:br>
              <a:rPr lang="en-US" dirty="0"/>
            </a:br>
            <a:r>
              <a:rPr lang="en-US" dirty="0"/>
              <a:t>• Stakeholders interested in seasonal agricultural performance</a:t>
            </a: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4994873"/>
          </a:xfrm>
        </p:spPr>
        <p:txBody>
          <a:bodyPr/>
          <a:lstStyle/>
          <a:p>
            <a:pPr lvl="1">
              <a:lnSpc>
                <a:spcPct val="150000"/>
              </a:lnSpc>
            </a:pPr>
            <a:r>
              <a:rPr lang="en-US" dirty="0"/>
              <a:t>• Python / Jupyter Notebook – data exploration and preparation</a:t>
            </a:r>
            <a:br>
              <a:rPr lang="en-US" dirty="0"/>
            </a:br>
            <a:r>
              <a:rPr lang="en-US" dirty="0"/>
              <a:t>• Pandas &amp; NumPy – data handling and analysis</a:t>
            </a:r>
            <a:br>
              <a:rPr lang="en-US" dirty="0"/>
            </a:br>
            <a:r>
              <a:rPr lang="en-US" dirty="0"/>
              <a:t>• Matplotlib / Seaborn – exploratory visualization (where applicable)</a:t>
            </a:r>
            <a:br>
              <a:rPr lang="en-US" dirty="0"/>
            </a:br>
            <a:r>
              <a:rPr lang="en-US" dirty="0"/>
              <a:t>• Microsoft Power BI – interactive dashboard development</a:t>
            </a:r>
            <a:br>
              <a:rPr lang="en-US" dirty="0"/>
            </a:br>
            <a:r>
              <a:rPr lang="en-US" dirty="0"/>
              <a:t>• Power Query – data cleaning and transformation</a:t>
            </a:r>
            <a:br>
              <a:rPr lang="en-US" dirty="0"/>
            </a:br>
            <a:r>
              <a:rPr lang="en-US" dirty="0"/>
              <a:t>• DAX – analytical measures and KPI calculations</a:t>
            </a: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F63695BE-3E56-FE7A-6DD7-12B2253A49B1}"/>
              </a:ext>
            </a:extLst>
          </p:cNvPr>
          <p:cNvPicPr>
            <a:picLocks noChangeAspect="1"/>
          </p:cNvPicPr>
          <p:nvPr/>
        </p:nvPicPr>
        <p:blipFill>
          <a:blip r:embed="rId3"/>
          <a:stretch>
            <a:fillRect/>
          </a:stretch>
        </p:blipFill>
        <p:spPr>
          <a:xfrm>
            <a:off x="286191" y="1158758"/>
            <a:ext cx="3971461" cy="2685273"/>
          </a:xfrm>
          <a:prstGeom prst="rect">
            <a:avLst/>
          </a:prstGeom>
        </p:spPr>
      </p:pic>
      <p:pic>
        <p:nvPicPr>
          <p:cNvPr id="9" name="Picture 8">
            <a:extLst>
              <a:ext uri="{FF2B5EF4-FFF2-40B4-BE49-F238E27FC236}">
                <a16:creationId xmlns:a16="http://schemas.microsoft.com/office/drawing/2014/main" id="{06ADB7D7-DE21-021B-BBE3-B4BC97A69114}"/>
              </a:ext>
            </a:extLst>
          </p:cNvPr>
          <p:cNvPicPr>
            <a:picLocks noChangeAspect="1"/>
          </p:cNvPicPr>
          <p:nvPr/>
        </p:nvPicPr>
        <p:blipFill>
          <a:blip r:embed="rId4"/>
          <a:stretch>
            <a:fillRect/>
          </a:stretch>
        </p:blipFill>
        <p:spPr>
          <a:xfrm>
            <a:off x="8571480" y="1158758"/>
            <a:ext cx="3626270" cy="2685272"/>
          </a:xfrm>
          <a:prstGeom prst="rect">
            <a:avLst/>
          </a:prstGeom>
        </p:spPr>
      </p:pic>
      <p:pic>
        <p:nvPicPr>
          <p:cNvPr id="11" name="Picture 10">
            <a:extLst>
              <a:ext uri="{FF2B5EF4-FFF2-40B4-BE49-F238E27FC236}">
                <a16:creationId xmlns:a16="http://schemas.microsoft.com/office/drawing/2014/main" id="{ABED0027-9058-92FF-657B-6EDF73757423}"/>
              </a:ext>
            </a:extLst>
          </p:cNvPr>
          <p:cNvPicPr>
            <a:picLocks noChangeAspect="1"/>
          </p:cNvPicPr>
          <p:nvPr/>
        </p:nvPicPr>
        <p:blipFill>
          <a:blip r:embed="rId5"/>
          <a:stretch>
            <a:fillRect/>
          </a:stretch>
        </p:blipFill>
        <p:spPr>
          <a:xfrm>
            <a:off x="4345694" y="1158758"/>
            <a:ext cx="4137744" cy="2685272"/>
          </a:xfrm>
          <a:prstGeom prst="rect">
            <a:avLst/>
          </a:prstGeom>
        </p:spPr>
      </p:pic>
      <p:pic>
        <p:nvPicPr>
          <p:cNvPr id="13" name="Picture 12">
            <a:extLst>
              <a:ext uri="{FF2B5EF4-FFF2-40B4-BE49-F238E27FC236}">
                <a16:creationId xmlns:a16="http://schemas.microsoft.com/office/drawing/2014/main" id="{BC013F99-17DF-F07C-7C04-099FFB1FD81E}"/>
              </a:ext>
            </a:extLst>
          </p:cNvPr>
          <p:cNvPicPr>
            <a:picLocks noChangeAspect="1"/>
          </p:cNvPicPr>
          <p:nvPr/>
        </p:nvPicPr>
        <p:blipFill>
          <a:blip r:embed="rId6"/>
          <a:stretch>
            <a:fillRect/>
          </a:stretch>
        </p:blipFill>
        <p:spPr>
          <a:xfrm>
            <a:off x="232043" y="3960642"/>
            <a:ext cx="6364066" cy="2758789"/>
          </a:xfrm>
          <a:prstGeom prst="rect">
            <a:avLst/>
          </a:prstGeom>
        </p:spPr>
      </p:pic>
      <p:pic>
        <p:nvPicPr>
          <p:cNvPr id="15" name="Picture 14">
            <a:extLst>
              <a:ext uri="{FF2B5EF4-FFF2-40B4-BE49-F238E27FC236}">
                <a16:creationId xmlns:a16="http://schemas.microsoft.com/office/drawing/2014/main" id="{271BE90F-83F1-8D70-A46F-D67E7B1EA1B6}"/>
              </a:ext>
            </a:extLst>
          </p:cNvPr>
          <p:cNvPicPr>
            <a:picLocks noChangeAspect="1"/>
          </p:cNvPicPr>
          <p:nvPr/>
        </p:nvPicPr>
        <p:blipFill>
          <a:blip r:embed="rId7"/>
          <a:stretch>
            <a:fillRect/>
          </a:stretch>
        </p:blipFill>
        <p:spPr>
          <a:xfrm>
            <a:off x="6596109" y="3960643"/>
            <a:ext cx="5504155" cy="2758789"/>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B27E8547-5BC1-8FE1-D205-B8D3806C4B6E}"/>
              </a:ext>
            </a:extLst>
          </p:cNvPr>
          <p:cNvPicPr>
            <a:picLocks noChangeAspect="1"/>
          </p:cNvPicPr>
          <p:nvPr/>
        </p:nvPicPr>
        <p:blipFill>
          <a:blip r:embed="rId3"/>
          <a:stretch>
            <a:fillRect/>
          </a:stretch>
        </p:blipFill>
        <p:spPr>
          <a:xfrm>
            <a:off x="383498" y="1370457"/>
            <a:ext cx="5284058" cy="4807197"/>
          </a:xfrm>
          <a:prstGeom prst="rect">
            <a:avLst/>
          </a:prstGeom>
        </p:spPr>
      </p:pic>
      <p:pic>
        <p:nvPicPr>
          <p:cNvPr id="12" name="Picture 11">
            <a:extLst>
              <a:ext uri="{FF2B5EF4-FFF2-40B4-BE49-F238E27FC236}">
                <a16:creationId xmlns:a16="http://schemas.microsoft.com/office/drawing/2014/main" id="{76FA74C5-1BA9-3E8D-9B8A-6312E31A7501}"/>
              </a:ext>
            </a:extLst>
          </p:cNvPr>
          <p:cNvPicPr>
            <a:picLocks noChangeAspect="1"/>
          </p:cNvPicPr>
          <p:nvPr/>
        </p:nvPicPr>
        <p:blipFill>
          <a:blip r:embed="rId4"/>
          <a:stretch>
            <a:fillRect/>
          </a:stretch>
        </p:blipFill>
        <p:spPr>
          <a:xfrm>
            <a:off x="5946475" y="1275371"/>
            <a:ext cx="5924543" cy="4902283"/>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02EB7974-D4B3-CC43-3936-9A02B0A89473}"/>
              </a:ext>
            </a:extLst>
          </p:cNvPr>
          <p:cNvPicPr>
            <a:picLocks noChangeAspect="1"/>
          </p:cNvPicPr>
          <p:nvPr/>
        </p:nvPicPr>
        <p:blipFill>
          <a:blip r:embed="rId3"/>
          <a:stretch>
            <a:fillRect/>
          </a:stretch>
        </p:blipFill>
        <p:spPr>
          <a:xfrm>
            <a:off x="675957" y="1348472"/>
            <a:ext cx="4940554" cy="5219968"/>
          </a:xfrm>
          <a:prstGeom prst="rect">
            <a:avLst/>
          </a:prstGeom>
        </p:spPr>
      </p:pic>
      <p:pic>
        <p:nvPicPr>
          <p:cNvPr id="9" name="Picture 8">
            <a:extLst>
              <a:ext uri="{FF2B5EF4-FFF2-40B4-BE49-F238E27FC236}">
                <a16:creationId xmlns:a16="http://schemas.microsoft.com/office/drawing/2014/main" id="{768C7ECB-FD28-FAE5-0CF4-46E8A0252AED}"/>
              </a:ext>
            </a:extLst>
          </p:cNvPr>
          <p:cNvPicPr>
            <a:picLocks noChangeAspect="1"/>
          </p:cNvPicPr>
          <p:nvPr/>
        </p:nvPicPr>
        <p:blipFill>
          <a:blip r:embed="rId4"/>
          <a:stretch>
            <a:fillRect/>
          </a:stretch>
        </p:blipFill>
        <p:spPr>
          <a:xfrm>
            <a:off x="5747718" y="1328401"/>
            <a:ext cx="4606485" cy="5240039"/>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14" name="Picture 13">
            <a:extLst>
              <a:ext uri="{FF2B5EF4-FFF2-40B4-BE49-F238E27FC236}">
                <a16:creationId xmlns:a16="http://schemas.microsoft.com/office/drawing/2014/main" id="{2B60EE15-EE18-84DC-6999-B1CEECE0F33E}"/>
              </a:ext>
            </a:extLst>
          </p:cNvPr>
          <p:cNvPicPr>
            <a:picLocks noChangeAspect="1"/>
          </p:cNvPicPr>
          <p:nvPr/>
        </p:nvPicPr>
        <p:blipFill>
          <a:blip r:embed="rId3"/>
          <a:stretch>
            <a:fillRect/>
          </a:stretch>
        </p:blipFill>
        <p:spPr>
          <a:xfrm>
            <a:off x="5551686" y="1431693"/>
            <a:ext cx="4649242" cy="5024365"/>
          </a:xfrm>
          <a:prstGeom prst="rect">
            <a:avLst/>
          </a:prstGeom>
        </p:spPr>
      </p:pic>
      <p:pic>
        <p:nvPicPr>
          <p:cNvPr id="16" name="Picture 15">
            <a:extLst>
              <a:ext uri="{FF2B5EF4-FFF2-40B4-BE49-F238E27FC236}">
                <a16:creationId xmlns:a16="http://schemas.microsoft.com/office/drawing/2014/main" id="{56DD5BFD-41B4-BC80-A8E5-30BDA64CAD13}"/>
              </a:ext>
            </a:extLst>
          </p:cNvPr>
          <p:cNvPicPr>
            <a:picLocks noChangeAspect="1"/>
          </p:cNvPicPr>
          <p:nvPr/>
        </p:nvPicPr>
        <p:blipFill>
          <a:blip r:embed="rId4"/>
          <a:stretch>
            <a:fillRect/>
          </a:stretch>
        </p:blipFill>
        <p:spPr>
          <a:xfrm>
            <a:off x="675957" y="1431693"/>
            <a:ext cx="4649243" cy="5035809"/>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CC4DA149-C2FF-0A79-264C-76B1A56C8136}"/>
              </a:ext>
            </a:extLst>
          </p:cNvPr>
          <p:cNvPicPr>
            <a:picLocks noChangeAspect="1"/>
          </p:cNvPicPr>
          <p:nvPr/>
        </p:nvPicPr>
        <p:blipFill>
          <a:blip r:embed="rId3"/>
          <a:stretch>
            <a:fillRect/>
          </a:stretch>
        </p:blipFill>
        <p:spPr>
          <a:xfrm>
            <a:off x="82544" y="1203939"/>
            <a:ext cx="4863627" cy="5283472"/>
          </a:xfrm>
          <a:prstGeom prst="rect">
            <a:avLst/>
          </a:prstGeom>
        </p:spPr>
      </p:pic>
      <p:pic>
        <p:nvPicPr>
          <p:cNvPr id="9" name="Picture 8">
            <a:extLst>
              <a:ext uri="{FF2B5EF4-FFF2-40B4-BE49-F238E27FC236}">
                <a16:creationId xmlns:a16="http://schemas.microsoft.com/office/drawing/2014/main" id="{960C46BD-72CF-AFA8-8AFB-294C64C4B43F}"/>
              </a:ext>
            </a:extLst>
          </p:cNvPr>
          <p:cNvPicPr>
            <a:picLocks noChangeAspect="1"/>
          </p:cNvPicPr>
          <p:nvPr/>
        </p:nvPicPr>
        <p:blipFill>
          <a:blip r:embed="rId4"/>
          <a:stretch>
            <a:fillRect/>
          </a:stretch>
        </p:blipFill>
        <p:spPr>
          <a:xfrm>
            <a:off x="5546649" y="1275371"/>
            <a:ext cx="4634158" cy="5273207"/>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F5A24007-2527-0B45-264E-78B2B3E45F65}"/>
              </a:ext>
            </a:extLst>
          </p:cNvPr>
          <p:cNvSpPr txBox="1"/>
          <p:nvPr/>
        </p:nvSpPr>
        <p:spPr>
          <a:xfrm>
            <a:off x="612949" y="1520027"/>
            <a:ext cx="6103188" cy="2308324"/>
          </a:xfrm>
          <a:prstGeom prst="rect">
            <a:avLst/>
          </a:prstGeom>
          <a:noFill/>
        </p:spPr>
        <p:txBody>
          <a:bodyPr wrap="square">
            <a:spAutoFit/>
          </a:bodyPr>
          <a:lstStyle/>
          <a:p>
            <a:r>
              <a:rPr lang="en-US" sz="1600" dirty="0"/>
              <a:t>• Incorporate larger and more recent agricultural datasets.</a:t>
            </a:r>
            <a:br>
              <a:rPr lang="en-US" sz="4800" dirty="0"/>
            </a:br>
            <a:r>
              <a:rPr lang="en-US" sz="1600" dirty="0"/>
              <a:t>• Add weather forecasts and real-time environmental data.</a:t>
            </a:r>
            <a:br>
              <a:rPr lang="en-US" sz="4800" dirty="0"/>
            </a:br>
            <a:r>
              <a:rPr lang="en-US" sz="1600" dirty="0"/>
              <a:t>• Explore predictive models for yield and profitability forecasting.</a:t>
            </a:r>
            <a:br>
              <a:rPr lang="en-US" sz="4800" dirty="0"/>
            </a:br>
            <a:r>
              <a:rPr lang="en-US" sz="1600" dirty="0"/>
              <a:t>• Develop early-warning indicators for resource and crop risks.</a:t>
            </a:r>
            <a:br>
              <a:rPr lang="en-US" sz="4800" dirty="0"/>
            </a:br>
            <a:r>
              <a:rPr lang="en-US" sz="1600" dirty="0"/>
              <a:t>• Extend analysis to additional regions, crops and farming practices.</a:t>
            </a:r>
            <a:br>
              <a:rPr lang="en-US" sz="4800" dirty="0"/>
            </a:br>
            <a:r>
              <a:rPr lang="en-US" sz="1600" dirty="0"/>
              <a:t>• Support scenario-based planning for seasonal agricultural decisions</a:t>
            </a:r>
            <a:endParaRPr lang="en-US"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40320"/>
            <a:ext cx="7232875" cy="369332"/>
          </a:xfrm>
          <a:prstGeom prst="rect">
            <a:avLst/>
          </a:prstGeom>
          <a:noFill/>
        </p:spPr>
        <p:txBody>
          <a:bodyPr wrap="square">
            <a:spAutoFit/>
          </a:bodyPr>
          <a:lstStyle/>
          <a:p>
            <a:r>
              <a:rPr lang="en-US" dirty="0"/>
              <a:t>https://github.com/chennuboyinasivasruthi-ops/VOIS_Project</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7" name="Picture 26">
            <a:extLst>
              <a:ext uri="{FF2B5EF4-FFF2-40B4-BE49-F238E27FC236}">
                <a16:creationId xmlns:a16="http://schemas.microsoft.com/office/drawing/2014/main" id="{724A4F4B-5091-8FED-D20C-52ABDE07ABA1}"/>
              </a:ext>
            </a:extLst>
          </p:cNvPr>
          <p:cNvPicPr>
            <a:picLocks noChangeAspect="1"/>
          </p:cNvPicPr>
          <p:nvPr/>
        </p:nvPicPr>
        <p:blipFill>
          <a:blip r:embed="rId3"/>
          <a:stretch>
            <a:fillRect/>
          </a:stretch>
        </p:blipFill>
        <p:spPr>
          <a:xfrm>
            <a:off x="906386" y="1608410"/>
            <a:ext cx="7280082" cy="4559534"/>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1430</TotalTime>
  <Words>430</Words>
  <Application>Microsoft Office PowerPoint</Application>
  <PresentationFormat>Widescreen</PresentationFormat>
  <Paragraphs>29</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-Seasonal Agriculture Performance Analysis 🌾📊</vt:lpstr>
      <vt:lpstr>PROBLEM  STATEMENT</vt:lpstr>
      <vt:lpstr>Project Description   This project analyzes agricultural activities across different seasons, regions, crops and farming conditions. The analysis covers crop production, yield, resource utilization, environmental conditions and economic performance. The data was prepared and analyzed to compare seasonal performance and identify meaningful variations. An interactive Power BI dashboard was developed with seasonal, environmental, resource, regional and economic analysis, along with a Farm-Level Drillthrough page for detailed investigation of individual farms.</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Chennuboyina Siva Sruthi</cp:lastModifiedBy>
  <cp:revision>98</cp:revision>
  <dcterms:created xsi:type="dcterms:W3CDTF">2021-07-11T13:13:15Z</dcterms:created>
  <dcterms:modified xsi:type="dcterms:W3CDTF">2026-09-13T15:22:18Z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